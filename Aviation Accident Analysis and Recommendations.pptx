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5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36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84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999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58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82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70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78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84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146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06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185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12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820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001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060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49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00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23AC3A0-B9F1-465F-8E33-A929E4C891CD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D461E0A-4220-4A42-A68D-166DEEE95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85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jenipher-oduor" TargetMode="External"/><Relationship Id="rId2" Type="http://schemas.openxmlformats.org/officeDocument/2006/relationships/hyperlink" Target="mailto:jenipheroduor@gmail.com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1800" dirty="0" smtClean="0"/>
              <a:t>Aviation Accident Analysis and Recommendations</a:t>
            </a:r>
            <a:endParaRPr lang="en-GB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69677"/>
            <a:ext cx="9132277" cy="1688123"/>
          </a:xfrm>
        </p:spPr>
        <p:txBody>
          <a:bodyPr>
            <a:normAutofit/>
          </a:bodyPr>
          <a:lstStyle/>
          <a:p>
            <a:r>
              <a:rPr lang="en-GB" dirty="0" smtClean="0"/>
              <a:t>Help the company identify low risk </a:t>
            </a:r>
            <a:r>
              <a:rPr lang="en-GB" dirty="0" smtClean="0"/>
              <a:t>aircraft MODELS that </a:t>
            </a:r>
            <a:r>
              <a:rPr lang="en-GB" dirty="0" smtClean="0"/>
              <a:t>they can use to enter the aviation industry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29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 smtClean="0"/>
              <a:t>Goal</a:t>
            </a:r>
            <a:endParaRPr lang="en-GB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Assist the company to identify which low risk aircraft they can purchase as </a:t>
            </a:r>
            <a:r>
              <a:rPr lang="en-GB" dirty="0" smtClean="0"/>
              <a:t>they expand into </a:t>
            </a:r>
            <a:r>
              <a:rPr lang="en-GB" dirty="0" smtClean="0"/>
              <a:t>the aviation </a:t>
            </a:r>
            <a:r>
              <a:rPr lang="en-GB" dirty="0" smtClean="0"/>
              <a:t>industry.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9360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 smtClean="0"/>
              <a:t>Data Overview</a:t>
            </a:r>
            <a:endParaRPr lang="en-GB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Dataset Source:</a:t>
            </a:r>
          </a:p>
          <a:p>
            <a:pPr marL="0" indent="0">
              <a:buNone/>
            </a:pPr>
            <a:r>
              <a:rPr lang="en-GB" dirty="0" smtClean="0"/>
              <a:t>National Transportation Safety </a:t>
            </a:r>
            <a:r>
              <a:rPr lang="en-GB" dirty="0" smtClean="0"/>
              <a:t>Board (NTSB)</a:t>
            </a: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About the Data:</a:t>
            </a:r>
          </a:p>
          <a:p>
            <a:pPr marL="0" indent="0">
              <a:buNone/>
            </a:pPr>
            <a:r>
              <a:rPr lang="en-GB" dirty="0" smtClean="0"/>
              <a:t>The </a:t>
            </a:r>
            <a:r>
              <a:rPr lang="en-GB" dirty="0" smtClean="0"/>
              <a:t>dataset </a:t>
            </a:r>
            <a:r>
              <a:rPr lang="en-GB" dirty="0" smtClean="0"/>
              <a:t>includes aviation accidents and selected incidents from 1962 to </a:t>
            </a:r>
            <a:r>
              <a:rPr lang="en-GB" dirty="0" smtClean="0"/>
              <a:t>2023, covering the </a:t>
            </a:r>
            <a:r>
              <a:rPr lang="en-GB" dirty="0" smtClean="0"/>
              <a:t>United States and International waters.</a:t>
            </a:r>
          </a:p>
          <a:p>
            <a:pPr marL="0" indent="0">
              <a:buNone/>
            </a:pPr>
            <a:r>
              <a:rPr lang="en-GB" dirty="0" smtClean="0"/>
              <a:t>Size:</a:t>
            </a:r>
            <a:r>
              <a:rPr lang="en-GB" dirty="0" smtClean="0"/>
              <a:t> </a:t>
            </a:r>
            <a:r>
              <a:rPr lang="en-GB" dirty="0" smtClean="0"/>
              <a:t>90,348 </a:t>
            </a:r>
            <a:r>
              <a:rPr lang="en-GB" dirty="0" smtClean="0"/>
              <a:t>entries, 31 </a:t>
            </a:r>
            <a:r>
              <a:rPr lang="en-GB" dirty="0" smtClean="0"/>
              <a:t>columns.</a:t>
            </a:r>
          </a:p>
          <a:p>
            <a:pPr marL="0" indent="0">
              <a:buNone/>
            </a:pPr>
            <a:r>
              <a:rPr lang="en-GB" dirty="0" smtClean="0"/>
              <a:t>Data Types:</a:t>
            </a:r>
            <a:r>
              <a:rPr lang="en-GB" dirty="0" smtClean="0"/>
              <a:t> 26-object type, 5-float type columns.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372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 smtClean="0"/>
              <a:t>Sample of the dataset</a:t>
            </a:r>
            <a:endParaRPr lang="en-GB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700" y="2875086"/>
            <a:ext cx="10511692" cy="286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3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 smtClean="0"/>
              <a:t>Data Preparation</a:t>
            </a:r>
            <a:endParaRPr lang="en-GB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Steps taken</a:t>
            </a:r>
          </a:p>
          <a:p>
            <a:pPr marL="0" indent="0">
              <a:buNone/>
            </a:pPr>
            <a:r>
              <a:rPr lang="en-GB" dirty="0" smtClean="0"/>
              <a:t>-Cleaning the data to deal with missing values.</a:t>
            </a:r>
          </a:p>
          <a:p>
            <a:pPr marL="0" indent="0">
              <a:buNone/>
            </a:pPr>
            <a:r>
              <a:rPr lang="en-GB" dirty="0" smtClean="0"/>
              <a:t>-</a:t>
            </a:r>
            <a:r>
              <a:rPr lang="en-GB" dirty="0" smtClean="0"/>
              <a:t>Analysed aircraft models to identify those with </a:t>
            </a:r>
            <a:r>
              <a:rPr lang="en-GB" dirty="0" smtClean="0"/>
              <a:t>the lowest incident rates.</a:t>
            </a:r>
          </a:p>
          <a:p>
            <a:pPr marL="0" indent="0">
              <a:buNone/>
            </a:pPr>
            <a:r>
              <a:rPr lang="en-GB" dirty="0" smtClean="0"/>
              <a:t>-Analysed </a:t>
            </a:r>
            <a:r>
              <a:rPr lang="en-GB" dirty="0" smtClean="0"/>
              <a:t>total </a:t>
            </a:r>
            <a:r>
              <a:rPr lang="en-GB" dirty="0" smtClean="0"/>
              <a:t>number of injuries to determine aircrafts with the lowest </a:t>
            </a:r>
            <a:r>
              <a:rPr lang="en-GB" dirty="0" smtClean="0"/>
              <a:t>injury rates.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-Checked on the impact weather condition had </a:t>
            </a:r>
            <a:r>
              <a:rPr lang="en-GB" dirty="0" smtClean="0"/>
              <a:t>on accident severity.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90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 smtClean="0"/>
              <a:t>Recommendation 1</a:t>
            </a:r>
            <a:br>
              <a:rPr lang="en-GB" sz="1800" dirty="0" smtClean="0"/>
            </a:br>
            <a:r>
              <a:rPr lang="en-GB" sz="1800" dirty="0" smtClean="0"/>
              <a:t>Aircraft models with the lowest accident count</a:t>
            </a:r>
            <a:endParaRPr lang="en-GB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98" y="3543300"/>
            <a:ext cx="6638192" cy="176725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2451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dirty="0" smtClean="0"/>
              <a:t>Recommendation 1</a:t>
            </a:r>
            <a:endParaRPr lang="en-GB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Focus on acquiring aircraft models such </a:t>
            </a:r>
            <a:r>
              <a:rPr lang="en-GB" dirty="0" smtClean="0"/>
              <a:t>as HUGHES </a:t>
            </a:r>
            <a:r>
              <a:rPr lang="en-GB" dirty="0"/>
              <a:t>and </a:t>
            </a:r>
            <a:r>
              <a:rPr lang="en-GB" i="1" dirty="0" err="1" smtClean="0"/>
              <a:t>Eurocopter</a:t>
            </a:r>
            <a:r>
              <a:rPr lang="en-GB" dirty="0" smtClean="0"/>
              <a:t>, </a:t>
            </a:r>
            <a:r>
              <a:rPr lang="en-GB" dirty="0" smtClean="0"/>
              <a:t>which consistently show </a:t>
            </a:r>
            <a:r>
              <a:rPr lang="en-GB" dirty="0" smtClean="0"/>
              <a:t>low accident counts.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130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dirty="0" smtClean="0"/>
              <a:t>Recommendation 2</a:t>
            </a:r>
            <a:br>
              <a:rPr lang="en-GB" sz="1800" dirty="0" smtClean="0"/>
            </a:br>
            <a:r>
              <a:rPr lang="en-GB" sz="1800" dirty="0"/>
              <a:t>Aircraft model with lowest injuries per accident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54" y="3666393"/>
            <a:ext cx="7570177" cy="216680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633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dirty="0" smtClean="0"/>
              <a:t>Recommendation 2</a:t>
            </a:r>
            <a:br>
              <a:rPr lang="en-GB" sz="1800" dirty="0" smtClean="0"/>
            </a:br>
            <a:r>
              <a:rPr lang="en-GB" sz="1800" dirty="0" smtClean="0"/>
              <a:t>Aircraft model with lowest injuries per accident</a:t>
            </a:r>
            <a:endParaRPr lang="en-GB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 smtClean="0"/>
              <a:t>SRO </a:t>
            </a:r>
            <a:r>
              <a:rPr lang="en-GB" dirty="0" smtClean="0"/>
              <a:t>and Cessna have </a:t>
            </a:r>
            <a:r>
              <a:rPr lang="en-GB" dirty="0" err="1"/>
              <a:t>lowAircrafts</a:t>
            </a:r>
            <a:r>
              <a:rPr lang="en-GB" dirty="0"/>
              <a:t> like FANTASY AIR </a:t>
            </a:r>
            <a:r>
              <a:rPr lang="en-GB" dirty="0" err="1"/>
              <a:t>er</a:t>
            </a:r>
            <a:r>
              <a:rPr lang="en-GB" dirty="0"/>
              <a:t> </a:t>
            </a:r>
            <a:r>
              <a:rPr lang="en-GB" dirty="0"/>
              <a:t>injury rates even when accidents </a:t>
            </a:r>
            <a:r>
              <a:rPr lang="en-GB" dirty="0" smtClean="0"/>
              <a:t>occurred</a:t>
            </a:r>
            <a:r>
              <a:rPr lang="en-GB" dirty="0"/>
              <a:t> </a:t>
            </a:r>
            <a:r>
              <a:rPr lang="en-GB" dirty="0" smtClean="0"/>
              <a:t>and are considered to be safer.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060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dirty="0" smtClean="0"/>
              <a:t>Recommendation 3</a:t>
            </a:r>
            <a:br>
              <a:rPr lang="en-GB" sz="1800" dirty="0" smtClean="0"/>
            </a:br>
            <a:r>
              <a:rPr lang="en-GB" sz="1800" dirty="0" smtClean="0"/>
              <a:t>Aircraft operations in different weather conditions</a:t>
            </a:r>
            <a:endParaRPr lang="en-GB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 smtClean="0"/>
              <a:t>Avoid flight </a:t>
            </a:r>
            <a:r>
              <a:rPr lang="en-GB" dirty="0" smtClean="0"/>
              <a:t>operations under </a:t>
            </a:r>
            <a:r>
              <a:rPr lang="en-GB" dirty="0" smtClean="0"/>
              <a:t>IMC as most fatal accidents </a:t>
            </a:r>
            <a:r>
              <a:rPr lang="en-GB" dirty="0" smtClean="0"/>
              <a:t>occur during poor </a:t>
            </a:r>
            <a:r>
              <a:rPr lang="en-GB" dirty="0" smtClean="0"/>
              <a:t>weather.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794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dirty="0" smtClean="0"/>
              <a:t>Q&amp;A Session</a:t>
            </a:r>
            <a:endParaRPr lang="en-GB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54954" y="3543299"/>
            <a:ext cx="8825659" cy="2822331"/>
          </a:xfrm>
        </p:spPr>
        <p:txBody>
          <a:bodyPr>
            <a:normAutofit fontScale="92500" lnSpcReduction="20000"/>
          </a:bodyPr>
          <a:lstStyle/>
          <a:p>
            <a:r>
              <a:rPr lang="en-GB" sz="1900" dirty="0" smtClean="0"/>
              <a:t>Are there any </a:t>
            </a:r>
            <a:r>
              <a:rPr lang="en-GB" sz="1900" dirty="0"/>
              <a:t>q</a:t>
            </a:r>
            <a:r>
              <a:rPr lang="en-GB" sz="1900" dirty="0" smtClean="0"/>
              <a:t>uestions?</a:t>
            </a:r>
            <a:endParaRPr lang="en-GB" sz="1900" dirty="0"/>
          </a:p>
          <a:p>
            <a:endParaRPr lang="en-GB" sz="1900" dirty="0" smtClean="0"/>
          </a:p>
          <a:p>
            <a:r>
              <a:rPr lang="en-GB" sz="1900" dirty="0" smtClean="0"/>
              <a:t>Contact Information:</a:t>
            </a:r>
          </a:p>
          <a:p>
            <a:r>
              <a:rPr lang="en-GB" sz="1900" dirty="0" smtClean="0"/>
              <a:t>Name: Jenipher Oduor</a:t>
            </a:r>
          </a:p>
          <a:p>
            <a:r>
              <a:rPr lang="en-GB" sz="1900" dirty="0" smtClean="0"/>
              <a:t>Email: </a:t>
            </a:r>
            <a:r>
              <a:rPr lang="en-GB" sz="1900" dirty="0" smtClean="0">
                <a:hlinkClick r:id="rId2"/>
              </a:rPr>
              <a:t>jenipheroduor@gmail.com</a:t>
            </a:r>
            <a:endParaRPr lang="en-GB" sz="1900" dirty="0" smtClean="0"/>
          </a:p>
          <a:p>
            <a:r>
              <a:rPr lang="en-GB" sz="1900" dirty="0" smtClean="0"/>
              <a:t>LinkedIn</a:t>
            </a:r>
            <a:r>
              <a:rPr lang="en-GB" sz="1900" dirty="0"/>
              <a:t>: </a:t>
            </a:r>
            <a:r>
              <a:rPr lang="en-GB" sz="1900" dirty="0" smtClean="0">
                <a:hlinkClick r:id="rId3"/>
              </a:rPr>
              <a:t>www.linkedin.com/in/jenipher-oduor</a:t>
            </a:r>
            <a:endParaRPr lang="en-GB" sz="1900" dirty="0" smtClean="0"/>
          </a:p>
          <a:p>
            <a:endParaRPr lang="en-GB" sz="1900" dirty="0"/>
          </a:p>
          <a:p>
            <a:r>
              <a:rPr lang="en-GB" sz="1900" dirty="0" smtClean="0"/>
              <a:t>Thankyou.</a:t>
            </a:r>
            <a:endParaRPr lang="en-GB" sz="1900" dirty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5500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114</TotalTime>
  <Words>242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Aviation Accident Analysis and Recommendations</vt:lpstr>
      <vt:lpstr>Goal</vt:lpstr>
      <vt:lpstr>Data Overview</vt:lpstr>
      <vt:lpstr>Sample of the dataset</vt:lpstr>
      <vt:lpstr>Data Preparation</vt:lpstr>
      <vt:lpstr>Recommendation 1 Aircraft models with the lowest accident count</vt:lpstr>
      <vt:lpstr>Recommendation 1</vt:lpstr>
      <vt:lpstr>Recommendation 2 Aircraft model with lowest injuries per accident</vt:lpstr>
      <vt:lpstr>Recommendation 2 Aircraft model with lowest injuries per accident</vt:lpstr>
      <vt:lpstr>Recommendation 3 Aircraft operations in different weather conditions</vt:lpstr>
      <vt:lpstr>Q&amp;A Session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Aviation Accident Analysis and Recommendations</dc:title>
  <dc:creator>Jenipher oduor</dc:creator>
  <cp:lastModifiedBy>Jenipher oduor</cp:lastModifiedBy>
  <cp:revision>17</cp:revision>
  <dcterms:created xsi:type="dcterms:W3CDTF">2025-04-27T16:17:54Z</dcterms:created>
  <dcterms:modified xsi:type="dcterms:W3CDTF">2025-05-01T08:08:35Z</dcterms:modified>
</cp:coreProperties>
</file>