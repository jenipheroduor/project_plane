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4" r:id="rId1"/>
  </p:sldMasterIdLst>
  <p:sldIdLst>
    <p:sldId id="256" r:id="rId2"/>
    <p:sldId id="257" r:id="rId3"/>
    <p:sldId id="258" r:id="rId4"/>
    <p:sldId id="261" r:id="rId5"/>
    <p:sldId id="259" r:id="rId6"/>
    <p:sldId id="262" r:id="rId7"/>
    <p:sldId id="263" r:id="rId8"/>
    <p:sldId id="265" r:id="rId9"/>
    <p:sldId id="264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23AC3A0-B9F1-465F-8E33-A929E4C891CD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0369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88443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899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4588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3821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7074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8786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98443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0146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5065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11856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51252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08200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30017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70600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23AC3A0-B9F1-465F-8E33-A929E4C891CD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4491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523AC3A0-B9F1-465F-8E33-A929E4C891CD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006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523AC3A0-B9F1-465F-8E33-A929E4C891CD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9854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  <p:sldLayoutId id="2147483766" r:id="rId12"/>
    <p:sldLayoutId id="2147483767" r:id="rId13"/>
    <p:sldLayoutId id="2147483768" r:id="rId14"/>
    <p:sldLayoutId id="2147483769" r:id="rId15"/>
    <p:sldLayoutId id="2147483770" r:id="rId16"/>
    <p:sldLayoutId id="2147483771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2400" dirty="0" smtClean="0"/>
              <a:t>Aviation Accident Analysis and Recommendations</a:t>
            </a:r>
            <a:endParaRPr lang="en-GB" sz="2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569677"/>
            <a:ext cx="9132277" cy="1688123"/>
          </a:xfrm>
        </p:spPr>
        <p:txBody>
          <a:bodyPr>
            <a:normAutofit/>
          </a:bodyPr>
          <a:lstStyle/>
          <a:p>
            <a:r>
              <a:rPr lang="en-GB" sz="2000" dirty="0" smtClean="0"/>
              <a:t>Help the company identify low risk aircraft that they can use to enter the aviation industry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51729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2400" dirty="0" smtClean="0"/>
              <a:t>Goal</a:t>
            </a:r>
            <a:endParaRPr lang="en-GB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000" dirty="0" smtClean="0"/>
              <a:t>Assist the company to identify which low risk aircraft </a:t>
            </a:r>
            <a:r>
              <a:rPr lang="en-GB" sz="2000" dirty="0" smtClean="0"/>
              <a:t>they can </a:t>
            </a:r>
            <a:r>
              <a:rPr lang="en-GB" sz="2000" dirty="0" smtClean="0"/>
              <a:t>purchase as they enter the aviation </a:t>
            </a:r>
            <a:r>
              <a:rPr lang="en-GB" sz="2000" dirty="0" smtClean="0"/>
              <a:t>industry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619360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2400" dirty="0" smtClean="0"/>
              <a:t>Data Overview</a:t>
            </a:r>
            <a:endParaRPr lang="en-GB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2000" dirty="0" smtClean="0"/>
              <a:t>Dataset Source:</a:t>
            </a:r>
          </a:p>
          <a:p>
            <a:pPr marL="0" indent="0">
              <a:buNone/>
            </a:pPr>
            <a:r>
              <a:rPr lang="en-GB" sz="2000" dirty="0" smtClean="0"/>
              <a:t>National Transportation Safety Board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 smtClean="0"/>
              <a:t>About the Data:</a:t>
            </a:r>
          </a:p>
          <a:p>
            <a:pPr marL="0" indent="0">
              <a:buNone/>
            </a:pPr>
            <a:r>
              <a:rPr lang="en-GB" sz="2000" dirty="0" smtClean="0"/>
              <a:t>The data includes aviation accidents and selected incidents from 1962 to 2023.</a:t>
            </a:r>
          </a:p>
          <a:p>
            <a:pPr marL="0" indent="0">
              <a:buNone/>
            </a:pPr>
            <a:r>
              <a:rPr lang="en-GB" sz="2000" dirty="0" smtClean="0"/>
              <a:t>The data covers the United States and International waters.</a:t>
            </a:r>
          </a:p>
          <a:p>
            <a:pPr marL="0" indent="0">
              <a:buNone/>
            </a:pPr>
            <a:r>
              <a:rPr lang="en-GB" sz="2000" dirty="0" smtClean="0"/>
              <a:t>The data consists of 90,348 entries and 31 columns.</a:t>
            </a:r>
          </a:p>
          <a:p>
            <a:pPr marL="0" indent="0">
              <a:buNone/>
            </a:pPr>
            <a:r>
              <a:rPr lang="en-GB" sz="2000" dirty="0" smtClean="0"/>
              <a:t>Column datatypes – 26 columns are of object datatype, 5 float datatype.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383727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2400" dirty="0" smtClean="0"/>
              <a:t>Sample of the dataset</a:t>
            </a:r>
            <a:endParaRPr lang="en-GB" sz="2400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55700" y="3405717"/>
            <a:ext cx="8824913" cy="1811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237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2400" dirty="0" smtClean="0"/>
              <a:t>Data Preparation</a:t>
            </a:r>
            <a:endParaRPr lang="en-GB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dirty="0" smtClean="0"/>
              <a:t>Steps taken</a:t>
            </a:r>
          </a:p>
          <a:p>
            <a:pPr marL="0" indent="0">
              <a:buNone/>
            </a:pPr>
            <a:r>
              <a:rPr lang="en-GB" sz="2000" dirty="0" smtClean="0"/>
              <a:t>-Cleaning the data to deal with missing values.</a:t>
            </a:r>
          </a:p>
          <a:p>
            <a:pPr marL="0" indent="0">
              <a:buNone/>
            </a:pPr>
            <a:r>
              <a:rPr lang="en-GB" sz="2000" dirty="0" smtClean="0"/>
              <a:t>-Analysed the data to determine the aircraft with the lowest incident rates.</a:t>
            </a:r>
          </a:p>
          <a:p>
            <a:pPr marL="0" indent="0">
              <a:buNone/>
            </a:pPr>
            <a:r>
              <a:rPr lang="en-GB" sz="2000" dirty="0" smtClean="0"/>
              <a:t>-Analysed the total number of injuries to determine aircrafts with the lowest injury counts.</a:t>
            </a:r>
          </a:p>
          <a:p>
            <a:pPr marL="0" indent="0">
              <a:buNone/>
            </a:pPr>
            <a:r>
              <a:rPr lang="en-GB" sz="2000" dirty="0" smtClean="0"/>
              <a:t>-Checked on the impact weather condition had on fatality.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09902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2400" dirty="0" smtClean="0"/>
              <a:t>Recommendation </a:t>
            </a:r>
            <a:r>
              <a:rPr lang="en-GB" sz="2400" dirty="0" smtClean="0"/>
              <a:t>1</a:t>
            </a:r>
            <a:br>
              <a:rPr lang="en-GB" sz="2400" dirty="0" smtClean="0"/>
            </a:br>
            <a:r>
              <a:rPr lang="en-GB" sz="2400" dirty="0" smtClean="0"/>
              <a:t>Aircraft models with the lowest accident count</a:t>
            </a:r>
            <a:endParaRPr lang="en-GB" sz="24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798" y="3543300"/>
            <a:ext cx="6638192" cy="1767254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224514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 smtClean="0"/>
              <a:t>Recommendation 1</a:t>
            </a:r>
            <a:endParaRPr lang="en-GB" sz="2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GB" dirty="0"/>
              <a:t>Focus on acquiring aircraft models such </a:t>
            </a:r>
            <a:r>
              <a:rPr lang="en-GB" dirty="0" smtClean="0"/>
              <a:t>as HUGHES </a:t>
            </a:r>
            <a:r>
              <a:rPr lang="en-GB" dirty="0"/>
              <a:t>and </a:t>
            </a:r>
            <a:r>
              <a:rPr lang="en-GB" i="1" dirty="0" err="1" smtClean="0"/>
              <a:t>Eurocopter</a:t>
            </a:r>
            <a:r>
              <a:rPr lang="en-GB" dirty="0" smtClean="0"/>
              <a:t>, </a:t>
            </a:r>
            <a:r>
              <a:rPr lang="en-GB" dirty="0"/>
              <a:t>which show consistently </a:t>
            </a:r>
            <a:r>
              <a:rPr lang="en-GB" dirty="0" smtClean="0"/>
              <a:t>low accident counts.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713064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 smtClean="0"/>
              <a:t>Recommendation 2</a:t>
            </a:r>
            <a:br>
              <a:rPr lang="en-GB" sz="2400" dirty="0" smtClean="0"/>
            </a:br>
            <a:r>
              <a:rPr lang="en-GB" sz="2400" dirty="0"/>
              <a:t>Aircraft model with lowest injuries per accident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254" y="3666393"/>
            <a:ext cx="7570177" cy="2166808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63317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 smtClean="0"/>
              <a:t>Recommendation 2</a:t>
            </a:r>
            <a:br>
              <a:rPr lang="en-GB" sz="2400" dirty="0" smtClean="0"/>
            </a:br>
            <a:r>
              <a:rPr lang="en-GB" sz="2400" dirty="0" smtClean="0"/>
              <a:t>Aircraft model with lowest injuries per accident</a:t>
            </a:r>
            <a:endParaRPr lang="en-GB" sz="2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GB" dirty="0" smtClean="0"/>
              <a:t>Aircrafts like FANTASY AIR SRO and Cessna have </a:t>
            </a:r>
            <a:r>
              <a:rPr lang="en-GB" dirty="0"/>
              <a:t>lower injury rates even when accidents </a:t>
            </a:r>
            <a:r>
              <a:rPr lang="en-GB" dirty="0" smtClean="0"/>
              <a:t>occurred</a:t>
            </a:r>
            <a:r>
              <a:rPr lang="en-GB" dirty="0"/>
              <a:t> </a:t>
            </a:r>
            <a:r>
              <a:rPr lang="en-GB" dirty="0" smtClean="0"/>
              <a:t>and are considered to be safer.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62060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 smtClean="0"/>
              <a:t>Recommendation 3</a:t>
            </a:r>
            <a:br>
              <a:rPr lang="en-GB" sz="2400" dirty="0" smtClean="0"/>
            </a:br>
            <a:r>
              <a:rPr lang="en-GB" sz="2400" dirty="0" smtClean="0"/>
              <a:t>Aircraft operations in different weather conditions</a:t>
            </a:r>
            <a:endParaRPr lang="en-GB" sz="2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GB" dirty="0" smtClean="0"/>
              <a:t>Avoid flight operations in IMC as most fatal accidents occurred under poor weather.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27948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 smtClean="0"/>
              <a:t>Q&amp;A</a:t>
            </a:r>
            <a:endParaRPr lang="en-GB" sz="2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GB" dirty="0" smtClean="0"/>
              <a:t>Any Questions?</a:t>
            </a:r>
            <a:endParaRPr lang="en-GB" dirty="0"/>
          </a:p>
          <a:p>
            <a:endParaRPr lang="en-GB" dirty="0" smtClean="0"/>
          </a:p>
          <a:p>
            <a:r>
              <a:rPr lang="en-GB" dirty="0" smtClean="0"/>
              <a:t>Thankyou.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555007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83</TotalTime>
  <Words>229</Words>
  <Application>Microsoft Office PowerPoint</Application>
  <PresentationFormat>Widescreen</PresentationFormat>
  <Paragraphs>32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Wingdings 3</vt:lpstr>
      <vt:lpstr>Ion Boardroom</vt:lpstr>
      <vt:lpstr>Aviation Accident Analysis and Recommendations</vt:lpstr>
      <vt:lpstr>Goal</vt:lpstr>
      <vt:lpstr>Data Overview</vt:lpstr>
      <vt:lpstr>Sample of the dataset</vt:lpstr>
      <vt:lpstr>Data Preparation</vt:lpstr>
      <vt:lpstr>Recommendation 1 Aircraft models with the lowest accident count</vt:lpstr>
      <vt:lpstr>Recommendation 1</vt:lpstr>
      <vt:lpstr>Recommendation 2 Aircraft model with lowest injuries per accident</vt:lpstr>
      <vt:lpstr>Recommendation 2 Aircraft model with lowest injuries per accident</vt:lpstr>
      <vt:lpstr>Recommendation 3 Aircraft operations in different weather conditions</vt:lpstr>
      <vt:lpstr>Q&amp;A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Aviation Accident Analysis and Recommendations</dc:title>
  <dc:creator>Jenipher oduor</dc:creator>
  <cp:lastModifiedBy>Jenipher oduor</cp:lastModifiedBy>
  <cp:revision>11</cp:revision>
  <dcterms:created xsi:type="dcterms:W3CDTF">2025-04-27T16:17:54Z</dcterms:created>
  <dcterms:modified xsi:type="dcterms:W3CDTF">2025-04-29T19:36:21Z</dcterms:modified>
</cp:coreProperties>
</file>